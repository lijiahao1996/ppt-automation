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第 1 页：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[CHART:core_kpi_bar_vertical]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图表类型：bar_vertical | 数据源：核心用户KPI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33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{{INSIGHT:core_kpi_bar_vertical}}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9496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（AI 将在此处生成洞察分析）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第 2 页：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[CHART:city_distribution_pie]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图表类型：pie | 数据源：城市用户分布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33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{{INSIGHT:city_distribution_pie}}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9496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（AI 将在此处生成洞察分析）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第 3 页：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[CHART:membership_ranking_bar_horizontal]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图表类型：bar_horizontal | 数据源：会员等级排名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33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{{INSIGHT:membership_ranking_bar_horizontal}}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9496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（AI 将在此处生成洞察分析）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第 4 页：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[CHART:gender_salary_age_scatter]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图表类型：scatter | 数据源：性别-月薪对比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33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{{INSIGHT:gender_salary_age_scatter}}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9496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（AI 将在此处生成洞察分析）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第 5 页：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[CHART:registration_trend_line]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图表类型：line | 数据源：注册时间趋势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33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{{INSIGHT:registration_trend_line}}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9496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（AI 将在此处生成洞察分析）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第 6 页：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[CHART:occupation_rating_bar_vertical]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图表类型：bar_vertical | 数据源：职业-评分分布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33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{{INSIGHT:occupation_rating_bar_vertical}}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9496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（AI 将在此处生成洞察分析）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第 7 页：活跃用户转化漏斗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[CHART:active_user_funnel]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图表类型：funnel | 数据源：活跃用户分析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33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{{INSIGHT:active_user_funnel}}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9496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（AI 将在此处生成洞察分析）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