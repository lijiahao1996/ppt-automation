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9" r:id="rId13"/>
    <p:sldId id="270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92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core_api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657560" y="5003348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INSIGHT:core_kpi</a:t>
            </a:r>
            <a:r>
              <a:rPr lang="en-US" altLang="zh-CN" dirty="0"/>
              <a:t>}}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10B29E-29B3-4E4A-6538-4D9C134F3D74}"/>
              </a:ext>
            </a:extLst>
          </p:cNvPr>
          <p:cNvSpPr txBox="1"/>
          <p:nvPr/>
        </p:nvSpPr>
        <p:spPr>
          <a:xfrm>
            <a:off x="9041632" y="4961478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LINK:website</a:t>
            </a:r>
            <a:r>
              <a:rPr lang="en-US" altLang="zh-CN" dirty="0"/>
              <a:t>]</a:t>
            </a:r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420EBFF-1D23-DB4B-2510-6867372F7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825911"/>
              </p:ext>
            </p:extLst>
          </p:nvPr>
        </p:nvGraphicFramePr>
        <p:xfrm>
          <a:off x="9041632" y="1711856"/>
          <a:ext cx="2751667" cy="365760"/>
        </p:xfrm>
        <a:graphic>
          <a:graphicData uri="http://schemas.openxmlformats.org/drawingml/2006/table">
            <a:tbl>
              <a:tblPr/>
              <a:tblGrid>
                <a:gridCol w="2751667">
                  <a:extLst>
                    <a:ext uri="{9D8B030D-6E8A-4147-A177-3AD203B41FA5}">
                      <a16:colId xmlns:a16="http://schemas.microsoft.com/office/drawing/2014/main" val="27621409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[</a:t>
                      </a:r>
                      <a:r>
                        <a:rPr lang="en-US" dirty="0" err="1"/>
                        <a:t>IMAGE:redhat</a:t>
                      </a:r>
                      <a:r>
                        <a:rPr lang="en-US" dirty="0"/>
                        <a:t>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670609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核心 </a:t>
            </a:r>
            <a:r>
              <a:rPr lang="en-US" altLang="zh-CN" dirty="0"/>
              <a:t>KPI </a:t>
            </a:r>
            <a:r>
              <a:rPr lang="zh-CN" altLang="en-US" dirty="0"/>
              <a:t>指标概览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08962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INSIGHT:core_kpi_summary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9A78D22-C97C-3F52-CD60-65ADCC342847}"/>
              </a:ext>
            </a:extLst>
          </p:cNvPr>
          <p:cNvSpPr txBox="1"/>
          <p:nvPr/>
        </p:nvSpPr>
        <p:spPr>
          <a:xfrm>
            <a:off x="768626" y="1417638"/>
            <a:ext cx="6096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CHART:core_kpi_summary</a:t>
            </a:r>
            <a:r>
              <a:rPr lang="en-US" altLang="zh-CN" dirty="0"/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lang="zh-CN" altLang="en-US" dirty="0"/>
              <a:t>销售员业绩排名分析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6659217" y="1371600"/>
            <a:ext cx="406771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INSIGHT:city_sales_ranking_horizontal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65380EC-5F7A-0FEF-4A1E-3C989876BB1B}"/>
              </a:ext>
            </a:extLst>
          </p:cNvPr>
          <p:cNvSpPr txBox="1"/>
          <p:nvPr/>
        </p:nvSpPr>
        <p:spPr>
          <a:xfrm>
            <a:off x="563217" y="1481794"/>
            <a:ext cx="6096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CHART:city_sales_ranking_horizontal</a:t>
            </a:r>
            <a:r>
              <a:rPr lang="en-US" altLang="zh-CN" dirty="0"/>
              <a:t>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lang="zh-CN" altLang="en-US" dirty="0"/>
              <a:t>商品类别支付金额占比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78501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INSIGHT:category_composition_pie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D7AC8A-A957-57C3-7104-5A641DCAD70F}"/>
              </a:ext>
            </a:extLst>
          </p:cNvPr>
          <p:cNvSpPr txBox="1"/>
          <p:nvPr/>
        </p:nvSpPr>
        <p:spPr>
          <a:xfrm>
            <a:off x="602974" y="1393196"/>
            <a:ext cx="6096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CHART:category_composition_pie</a:t>
            </a:r>
            <a:r>
              <a:rPr lang="en-US" altLang="zh-CN" dirty="0"/>
              <a:t>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新老客销售与订单对比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458965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dirty="0"/>
              <a:t>{{INSIGHT:gender_comparison_multi_column}}</a:t>
            </a:r>
            <a:endParaRPr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C3036BB-7BF9-5366-851C-B52A56D3DBB1}"/>
              </a:ext>
            </a:extLst>
          </p:cNvPr>
          <p:cNvSpPr txBox="1"/>
          <p:nvPr/>
        </p:nvSpPr>
        <p:spPr>
          <a:xfrm>
            <a:off x="616227" y="1436785"/>
            <a:ext cx="6321286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CHART:gender_comparison_multi_column</a:t>
            </a:r>
            <a:r>
              <a:rPr lang="en-US" altLang="zh-CN" dirty="0"/>
              <a:t>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8077047" y="1377512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INSIGHT:order_trend_line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月度销售趋势分析</a:t>
            </a:r>
            <a:endParaRPr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1A4B362-E5CF-6097-3CE7-7AC86406F72F}"/>
              </a:ext>
            </a:extLst>
          </p:cNvPr>
          <p:cNvSpPr txBox="1"/>
          <p:nvPr/>
        </p:nvSpPr>
        <p:spPr>
          <a:xfrm>
            <a:off x="666091" y="1116450"/>
            <a:ext cx="6096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CHART:order_trend_line</a:t>
            </a:r>
            <a:r>
              <a:rPr lang="en-US" altLang="zh-CN" dirty="0"/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自定义月度趋势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480407" y="1715211"/>
            <a:ext cx="41660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INSIGHT:order_status_composition_pie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BFB64E-9587-0F2A-C7BF-7C0F4900F02E}"/>
              </a:ext>
            </a:extLst>
          </p:cNvPr>
          <p:cNvSpPr txBox="1"/>
          <p:nvPr/>
        </p:nvSpPr>
        <p:spPr>
          <a:xfrm>
            <a:off x="265155" y="1340797"/>
            <a:ext cx="6096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CHART:order_status_composition_pie</a:t>
            </a:r>
            <a:r>
              <a:rPr lang="en-US" altLang="zh-CN" dirty="0"/>
              <a:t>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1895E09-4C12-2EA9-B38B-182B5C054CDF}"/>
              </a:ext>
            </a:extLst>
          </p:cNvPr>
          <p:cNvSpPr txBox="1"/>
          <p:nvPr/>
        </p:nvSpPr>
        <p:spPr>
          <a:xfrm>
            <a:off x="481155" y="189000"/>
            <a:ext cx="7503119" cy="64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CHART:city_category_heatmap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82B0B5A-6C79-09CB-4B29-77B61A6B5099}"/>
              </a:ext>
            </a:extLst>
          </p:cNvPr>
          <p:cNvSpPr txBox="1"/>
          <p:nvPr/>
        </p:nvSpPr>
        <p:spPr>
          <a:xfrm>
            <a:off x="8328515" y="1498603"/>
            <a:ext cx="4300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INSIGHT:city_category_heatmap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397200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498034B-3030-3F95-6288-8099ADF8FE2B}"/>
              </a:ext>
            </a:extLst>
          </p:cNvPr>
          <p:cNvSpPr txBox="1"/>
          <p:nvPr/>
        </p:nvSpPr>
        <p:spPr>
          <a:xfrm>
            <a:off x="588331" y="1142586"/>
            <a:ext cx="6172200" cy="54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CHART:abnormal_order_scatter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E8E8D2-E651-85DA-E1A8-B00DAF60790D}"/>
              </a:ext>
            </a:extLst>
          </p:cNvPr>
          <p:cNvSpPr txBox="1"/>
          <p:nvPr/>
        </p:nvSpPr>
        <p:spPr>
          <a:xfrm>
            <a:off x="7238999" y="1261533"/>
            <a:ext cx="462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INSIGHT:abnormal_order_scatter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395000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660</TotalTime>
  <Words>269</Words>
  <Application>Microsoft Office PowerPoint</Application>
  <PresentationFormat>宽屏</PresentationFormat>
  <Paragraphs>44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核心 KPI 指标概览</vt:lpstr>
      <vt:lpstr>销售员业绩排名分析</vt:lpstr>
      <vt:lpstr>商品类别支付金额占比</vt:lpstr>
      <vt:lpstr>新老客销售与订单对比</vt:lpstr>
      <vt:lpstr>月度销售趋势分析</vt:lpstr>
      <vt:lpstr>自定义月度趋势</vt:lpstr>
      <vt:lpstr>全量分析核心洞察结论</vt:lpstr>
      <vt:lpstr>可落地销售优化策略建议</vt:lpstr>
      <vt:lpstr>PowerPoint 演示文稿</vt:lpstr>
      <vt:lpstr>PowerPoint 演示文稿</vt:lpstr>
      <vt:lpstr>感谢观看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59</cp:revision>
  <dcterms:created xsi:type="dcterms:W3CDTF">2013-01-27T09:14:16Z</dcterms:created>
  <dcterms:modified xsi:type="dcterms:W3CDTF">2026-04-12T14:35:47Z</dcterms:modified>
  <cp:category/>
</cp:coreProperties>
</file>