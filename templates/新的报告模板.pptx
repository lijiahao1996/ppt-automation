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76" y="4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core_api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657560" y="5003348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INSIGHT:core_kpi</a:t>
            </a:r>
            <a:r>
              <a:rPr lang="en-US" altLang="zh-CN" dirty="0"/>
              <a:t>}}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9041632" y="4961478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420EBFF-1D23-DB4B-2510-6867372F7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25911"/>
              </p:ext>
            </p:extLst>
          </p:nvPr>
        </p:nvGraphicFramePr>
        <p:xfrm>
          <a:off x="9041632" y="1711856"/>
          <a:ext cx="2751667" cy="365760"/>
        </p:xfrm>
        <a:graphic>
          <a:graphicData uri="http://schemas.openxmlformats.org/drawingml/2006/table">
            <a:tbl>
              <a:tblPr/>
              <a:tblGrid>
                <a:gridCol w="2751667">
                  <a:extLst>
                    <a:ext uri="{9D8B030D-6E8A-4147-A177-3AD203B41FA5}">
                      <a16:colId xmlns:a16="http://schemas.microsoft.com/office/drawing/2014/main" val="2762140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[</a:t>
                      </a:r>
                      <a:r>
                        <a:rPr lang="en-US" dirty="0" err="1"/>
                        <a:t>IMAGE:redhat</a:t>
                      </a:r>
                      <a:r>
                        <a:rPr lang="en-US" dirty="0"/>
                        <a:t>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060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产品销售额占比分布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CHART:product_share</a:t>
            </a:r>
            <a:r>
              <a:rPr lang="en-US"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66188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INSIGHT:product_share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lang="zh-CN" altLang="en-US" dirty="0"/>
              <a:t>新客与老客经营效能对比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CHART:customer_type_comparison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39266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INSIGHT:customer_type_comparison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lang="zh-CN" altLang="en-US" dirty="0"/>
              <a:t>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CHART:city_ranking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15187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[</a:t>
            </a:r>
            <a:r>
              <a:rPr lang="en-US" dirty="0" err="1"/>
              <a:t>CHART:city_ranking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销售员业绩排名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279400" y="1261632"/>
            <a:ext cx="7459133" cy="5300134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CHART:salesperson_ranking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20972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INSIGHT:salesperson_ranking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INSIGHT:monthly_trend_sales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月度销售额与订单趋势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CHART:monthly_trend_sales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月度订单量趋势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CHART:monthly_trend_orders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342100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INSIGHT:monthly_trend_orders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CHART:monthly_trend_dual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322614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INSIGHT:monthly_trend_dual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229</Words>
  <Application>Microsoft Office PowerPoint</Application>
  <PresentationFormat>宽屏</PresentationFormat>
  <Paragraphs>42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产品销售额占比分布</vt:lpstr>
      <vt:lpstr>新客与老客经营效能对比</vt:lpstr>
      <vt:lpstr>城市销售业绩排名</vt:lpstr>
      <vt:lpstr>销售员业绩排名</vt:lpstr>
      <vt:lpstr>月度销售额与订单趋势</vt:lpstr>
      <vt:lpstr>月度订单量趋势</vt:lpstr>
      <vt:lpstr>全量分析核心洞察结论</vt:lpstr>
      <vt:lpstr>可落地销售优化策略建议</vt:lpstr>
      <vt:lpstr>感谢观看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42</cp:revision>
  <dcterms:created xsi:type="dcterms:W3CDTF">2013-01-27T09:14:16Z</dcterms:created>
  <dcterms:modified xsi:type="dcterms:W3CDTF">2026-04-11T19:12:48Z</dcterms:modified>
  <cp:category/>
</cp:coreProperties>
</file>