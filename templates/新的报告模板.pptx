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产品销售额占比分布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CHART:product_share</a:t>
            </a:r>
            <a:r>
              <a:rPr lang="en-US"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66188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INSIGHT:product_share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新客与老客经营效能对比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CHART:customer_type_comparison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39266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INSIGHT:customer_type_comparison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CHART:city_ranking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15187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[</a:t>
            </a:r>
            <a:r>
              <a:rPr lang="en-US" dirty="0" err="1"/>
              <a:t>CHART:city_ranking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CHART:salesperson_ranking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20972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INSIGHT:salesperson_ranking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INSIGHT:monthly_trend_sales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月度销售额与订单趋势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CHART:monthly_trend_sales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月度订单量趋势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CHART:monthly_trend_orders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4210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INSIGHT:monthly_trend_orders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CHART:monthly_trend_dual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322614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INSIGHT:monthly_trend_dual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251</Words>
  <Application>Microsoft Office PowerPoint</Application>
  <PresentationFormat>宽屏</PresentationFormat>
  <Paragraphs>46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产品销售额占比分布</vt:lpstr>
      <vt:lpstr>新客与老客经营效能对比</vt:lpstr>
      <vt:lpstr>城市销售业绩排名</vt:lpstr>
      <vt:lpstr>销售员业绩排名</vt:lpstr>
      <vt:lpstr>月度销售额与订单趋势</vt:lpstr>
      <vt:lpstr>月度订单量趋势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40</cp:revision>
  <dcterms:created xsi:type="dcterms:W3CDTF">2013-01-27T09:14:16Z</dcterms:created>
  <dcterms:modified xsi:type="dcterms:W3CDTF">2026-04-11T19:03:29Z</dcterms:modified>
  <cp:category/>
</cp:coreProperties>
</file>