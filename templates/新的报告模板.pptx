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3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97488" y="5943600"/>
            <a:ext cx="15967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dirty="0"/>
              <a:t>[</a:t>
            </a:r>
            <a:r>
              <a:rPr lang="en-US" dirty="0" err="1"/>
              <a:t>DATE:report_date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lang="en-US" altLang="zh-CN" sz="2400" dirty="0" err="1"/>
              <a:t>TABLE</a:t>
            </a:r>
            <a:r>
              <a:rPr dirty="0" err="1"/>
              <a:t>:</a:t>
            </a:r>
            <a:r>
              <a:rPr lang="en-US" altLang="zh-CN" dirty="0" err="1"/>
              <a:t>core_api</a:t>
            </a:r>
            <a:r>
              <a:rPr dirty="0"/>
              <a:t>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85B51B-EE5D-A1BB-3638-241B28194F0A}"/>
              </a:ext>
            </a:extLst>
          </p:cNvPr>
          <p:cNvSpPr txBox="1"/>
          <p:nvPr/>
        </p:nvSpPr>
        <p:spPr>
          <a:xfrm>
            <a:off x="657560" y="5003348"/>
            <a:ext cx="264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INSIGHT:core_kpi</a:t>
            </a:r>
            <a:r>
              <a:rPr lang="en-US" altLang="zh-CN" dirty="0"/>
              <a:t>}}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810B29E-29B3-4E4A-6538-4D9C134F3D74}"/>
              </a:ext>
            </a:extLst>
          </p:cNvPr>
          <p:cNvSpPr txBox="1"/>
          <p:nvPr/>
        </p:nvSpPr>
        <p:spPr>
          <a:xfrm>
            <a:off x="9041632" y="4961478"/>
            <a:ext cx="154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LINK:website</a:t>
            </a:r>
            <a:r>
              <a:rPr lang="en-US" altLang="zh-CN" dirty="0"/>
              <a:t>]</a:t>
            </a:r>
            <a:endParaRPr lang="zh-CN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420EBFF-1D23-DB4B-2510-6867372F72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825911"/>
              </p:ext>
            </p:extLst>
          </p:nvPr>
        </p:nvGraphicFramePr>
        <p:xfrm>
          <a:off x="9041632" y="1711856"/>
          <a:ext cx="2751667" cy="365760"/>
        </p:xfrm>
        <a:graphic>
          <a:graphicData uri="http://schemas.openxmlformats.org/drawingml/2006/table">
            <a:tbl>
              <a:tblPr/>
              <a:tblGrid>
                <a:gridCol w="2751667">
                  <a:extLst>
                    <a:ext uri="{9D8B030D-6E8A-4147-A177-3AD203B41FA5}">
                      <a16:colId xmlns:a16="http://schemas.microsoft.com/office/drawing/2014/main" val="27621409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[</a:t>
                      </a:r>
                      <a:r>
                        <a:rPr lang="en-US" dirty="0" err="1"/>
                        <a:t>IMAGE:redhat</a:t>
                      </a:r>
                      <a:r>
                        <a:rPr lang="en-US" dirty="0"/>
                        <a:t>]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670609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核心 </a:t>
            </a:r>
            <a:r>
              <a:rPr lang="en-US" altLang="zh-CN" dirty="0"/>
              <a:t>KPI </a:t>
            </a:r>
            <a:r>
              <a:rPr lang="zh-CN" altLang="en-US" dirty="0"/>
              <a:t>指标概览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CHART:core_kpi_summary</a:t>
            </a:r>
            <a:r>
              <a:rPr lang="en-US"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08962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INSIGHT:core_kpi_summary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lang="zh-CN" altLang="en-US" dirty="0"/>
              <a:t>销售员业绩排名分析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CHART:salesperson_ranking_horizontal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426732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INSIGHT:salesperson_ranking_horizontal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lang="zh-CN" altLang="en-US" dirty="0"/>
              <a:t>城市销售占比分布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CHART:city_sales_pie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60449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INSIGHT:city_sales_pie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新老客销售与订单对比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279400" y="1261632"/>
            <a:ext cx="7459133" cy="5300134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CHART:customer_attribute_comparison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431887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INSIGHT:customer_attribute_comparison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INSIGHT:monthly_sales_trend</a:t>
            </a:r>
            <a:r>
              <a:rPr lang="en-US" dirty="0"/>
              <a:t>}}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lang="zh-CN" altLang="en-US" dirty="0"/>
              <a:t>月度销售趋势分析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CHART:monthly_sales_trend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lang="zh-CN" altLang="en-US" dirty="0"/>
              <a:t>自定义月度趋势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[</a:t>
            </a:r>
            <a:r>
              <a:rPr lang="en-US" dirty="0" err="1"/>
              <a:t>CHART:order_anomaly_scatter</a:t>
            </a:r>
            <a:r>
              <a:rPr lang="en-US" dirty="0"/>
              <a:t>]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34844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dirty="0"/>
              <a:t>{{</a:t>
            </a:r>
            <a:r>
              <a:rPr lang="en-US" dirty="0" err="1"/>
              <a:t>INSIGHT:order_anomaly_scatter</a:t>
            </a:r>
            <a:r>
              <a:rPr lang="en-US" dirty="0"/>
              <a:t>}}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439444" y="5943600"/>
            <a:ext cx="3313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altLang="zh-CN" sz="1400" dirty="0"/>
              <a:t>[</a:t>
            </a:r>
            <a:r>
              <a:rPr lang="en-US" altLang="zh-CN" sz="1400" dirty="0" err="1"/>
              <a:t>DATE:report_date</a:t>
            </a:r>
            <a:r>
              <a:rPr lang="en-US" altLang="zh-CN" sz="1400" dirty="0"/>
              <a:t>]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</TotalTime>
  <Words>220</Words>
  <Application>Microsoft Office PowerPoint</Application>
  <PresentationFormat>宽屏</PresentationFormat>
  <Paragraphs>40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核心 KPI 指标概览</vt:lpstr>
      <vt:lpstr>销售员业绩排名分析</vt:lpstr>
      <vt:lpstr>城市销售占比分布</vt:lpstr>
      <vt:lpstr>新老客销售与订单对比</vt:lpstr>
      <vt:lpstr>月度销售趋势分析</vt:lpstr>
      <vt:lpstr>自定义月度趋势</vt:lpstr>
      <vt:lpstr>全量分析核心洞察结论</vt:lpstr>
      <vt:lpstr>可落地销售优化策略建议</vt:lpstr>
      <vt:lpstr>感谢观看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48</cp:revision>
  <dcterms:created xsi:type="dcterms:W3CDTF">2013-01-27T09:14:16Z</dcterms:created>
  <dcterms:modified xsi:type="dcterms:W3CDTF">2026-04-12T10:50:59Z</dcterms:modified>
  <cp:category/>
</cp:coreProperties>
</file>