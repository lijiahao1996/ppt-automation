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9" r:id="rId13"/>
    <p:sldId id="270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核心 </a:t>
            </a:r>
            <a:r>
              <a:rPr lang="en-US" altLang="zh-CN" dirty="0"/>
              <a:t>KPI </a:t>
            </a:r>
            <a:r>
              <a:rPr lang="zh-CN" altLang="en-US" dirty="0"/>
              <a:t>指标概览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CHART:core_kpi_summary</a:t>
            </a:r>
            <a:r>
              <a:rPr lang="en-US"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0896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INSIGHT:core_kpi_summary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CHART:city_sales_ranking_horizontal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406771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INSIGHT:city_sales_ranking_horizontal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商品类别支付金额占比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CHART:category_composition_pie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78501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INSIGHT:category_composition_pie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新老客销售与订单对比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279400" y="1261632"/>
            <a:ext cx="7459133" cy="5300134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CHART:gender_comparison_multi_column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458965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dirty="0"/>
              <a:t>{{INSIGHT:gender_comparison_multi_column}}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INSIGHT:order_trend_line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CHART:order_trend_line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自定义月度趋势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CHART:order_status_distribution_pie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40933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INSIGHT:order_status_distribution_pie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1895E09-4C12-2EA9-B38B-182B5C054CDF}"/>
              </a:ext>
            </a:extLst>
          </p:cNvPr>
          <p:cNvSpPr txBox="1"/>
          <p:nvPr/>
        </p:nvSpPr>
        <p:spPr>
          <a:xfrm>
            <a:off x="592666" y="1524001"/>
            <a:ext cx="5985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CHART:city_category_heatmap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2B0B5A-6C79-09CB-4B29-77B61A6B5099}"/>
              </a:ext>
            </a:extLst>
          </p:cNvPr>
          <p:cNvSpPr txBox="1"/>
          <p:nvPr/>
        </p:nvSpPr>
        <p:spPr>
          <a:xfrm>
            <a:off x="6968066" y="1498603"/>
            <a:ext cx="4300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INSIGHT:city_category_heatmap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39720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498034B-3030-3F95-6288-8099ADF8FE2B}"/>
              </a:ext>
            </a:extLst>
          </p:cNvPr>
          <p:cNvSpPr txBox="1"/>
          <p:nvPr/>
        </p:nvSpPr>
        <p:spPr>
          <a:xfrm>
            <a:off x="618067" y="1261533"/>
            <a:ext cx="617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CHART:abnormal_order_scatter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8E8D2-E651-85DA-E1A8-B00DAF60790D}"/>
              </a:ext>
            </a:extLst>
          </p:cNvPr>
          <p:cNvSpPr txBox="1"/>
          <p:nvPr/>
        </p:nvSpPr>
        <p:spPr>
          <a:xfrm>
            <a:off x="7238999" y="1261533"/>
            <a:ext cx="462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INSIGHT:abnormal_order_scatter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39500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269</Words>
  <Application>Microsoft Office PowerPoint</Application>
  <PresentationFormat>宽屏</PresentationFormat>
  <Paragraphs>44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核心 KPI 指标概览</vt:lpstr>
      <vt:lpstr>销售员业绩排名分析</vt:lpstr>
      <vt:lpstr>商品类别支付金额占比</vt:lpstr>
      <vt:lpstr>新老客销售与订单对比</vt:lpstr>
      <vt:lpstr>月度销售趋势分析</vt:lpstr>
      <vt:lpstr>自定义月度趋势</vt:lpstr>
      <vt:lpstr>全量分析核心洞察结论</vt:lpstr>
      <vt:lpstr>可落地销售优化策略建议</vt:lpstr>
      <vt:lpstr>PowerPoint 演示文稿</vt:lpstr>
      <vt:lpstr>PowerPoint 演示文稿</vt:lpstr>
      <vt:lpstr>感谢观看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49</cp:revision>
  <dcterms:created xsi:type="dcterms:W3CDTF">2013-01-27T09:14:16Z</dcterms:created>
  <dcterms:modified xsi:type="dcterms:W3CDTF">2026-04-12T11:49:16Z</dcterms:modified>
  <cp:category/>
</cp:coreProperties>
</file>