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300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TEXT:report_date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KPI:cards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37671"/>
            <a:ext cx="8608012" cy="38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1400"/>
            </a:pPr>
            <a:r>
              <a:rPr dirty="0"/>
              <a:t>{{</a:t>
            </a:r>
            <a:r>
              <a:rPr dirty="0" err="1"/>
              <a:t>INSIGHT:kpi_summary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INSIGHT:sales_person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5943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{{INSIGHT:product}}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{{INSIGHT:city}}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INSIGHT:customer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{{INSIGHT:heatmap}}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INSIGHT:abnormal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TEXT:report_date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169</Words>
  <Application>Microsoft Office PowerPoint</Application>
  <PresentationFormat>宽屏</PresentationFormat>
  <Paragraphs>41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11</cp:revision>
  <dcterms:created xsi:type="dcterms:W3CDTF">2013-01-27T09:14:16Z</dcterms:created>
  <dcterms:modified xsi:type="dcterms:W3CDTF">2026-04-06T16:56:49Z</dcterms:modified>
  <cp:category/>
</cp:coreProperties>
</file>