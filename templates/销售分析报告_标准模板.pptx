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0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300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4E79"/>
                </a:solidFill>
              </a:defRPr>
            </a:pPr>
            <a:r>
              <a:rPr dirty="0"/>
              <a:t>[</a:t>
            </a:r>
            <a:r>
              <a:rPr dirty="0" err="1"/>
              <a:t>TEXT:report_title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TEXT:report_subtitle</a:t>
            </a:r>
            <a:r>
              <a:rPr dirty="0"/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TEXT:report_date</a:t>
            </a:r>
            <a:r>
              <a:rPr dirty="0"/>
              <a:t>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320646"/>
            <a:ext cx="8229600" cy="1143000"/>
          </a:xfrm>
        </p:spPr>
        <p:txBody>
          <a:bodyPr/>
          <a:lstStyle/>
          <a:p>
            <a:r>
              <a:rPr dirty="0" err="1"/>
              <a:t>报告目录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163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sz="2400" dirty="0"/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1. </a:t>
            </a:r>
            <a:r>
              <a:rPr sz="2400" dirty="0" err="1">
                <a:solidFill>
                  <a:schemeClr val="tx2"/>
                </a:solidFill>
              </a:rPr>
              <a:t>分析背景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2. </a:t>
            </a:r>
            <a:r>
              <a:rPr sz="2400" dirty="0" err="1">
                <a:solidFill>
                  <a:schemeClr val="tx2"/>
                </a:solidFill>
              </a:rPr>
              <a:t>核心指标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3. </a:t>
            </a:r>
            <a:r>
              <a:rPr sz="2400" dirty="0" err="1">
                <a:solidFill>
                  <a:schemeClr val="tx2"/>
                </a:solidFill>
              </a:rPr>
              <a:t>多维度分析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4. </a:t>
            </a:r>
            <a:r>
              <a:rPr sz="2400" dirty="0" err="1">
                <a:solidFill>
                  <a:schemeClr val="tx2"/>
                </a:solidFill>
              </a:rPr>
              <a:t>专项洞察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5. </a:t>
            </a:r>
            <a:r>
              <a:rPr sz="2400" dirty="0" err="1">
                <a:solidFill>
                  <a:schemeClr val="tx2"/>
                </a:solidFill>
              </a:rPr>
              <a:t>结论策略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6. </a:t>
            </a:r>
            <a:r>
              <a:rPr sz="2400" dirty="0" err="1">
                <a:solidFill>
                  <a:schemeClr val="tx2"/>
                </a:solidFill>
              </a:rPr>
              <a:t>结束页</a:t>
            </a:r>
            <a:endParaRPr sz="24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核心经营指标总览</a:t>
            </a:r>
            <a:endParaRPr dirty="0"/>
          </a:p>
        </p:txBody>
      </p:sp>
      <p:sp>
        <p:nvSpPr>
          <p:cNvPr id="4" name="KPI:cards"/>
          <p:cNvSpPr txBox="1"/>
          <p:nvPr/>
        </p:nvSpPr>
        <p:spPr>
          <a:xfrm>
            <a:off x="731520" y="16002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200"/>
              </a:spcAft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KPI:cards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237671"/>
            <a:ext cx="8608012" cy="38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  <a:defRPr sz="1400"/>
            </a:pPr>
            <a:r>
              <a:rPr dirty="0"/>
              <a:t>{{</a:t>
            </a:r>
            <a:r>
              <a:rPr dirty="0" err="1"/>
              <a:t>INSIGHT:kpi_summary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销售员业绩表现分析</a:t>
            </a:r>
            <a:endParaRPr dirty="0"/>
          </a:p>
        </p:txBody>
      </p:sp>
      <p:sp>
        <p:nvSpPr>
          <p:cNvPr id="4" name="CHART:sales_by_per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CHART:sales_by_person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657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INSIGHT:sales_person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0" y="278982"/>
            <a:ext cx="8229600" cy="1143000"/>
          </a:xfrm>
        </p:spPr>
        <p:txBody>
          <a:bodyPr/>
          <a:lstStyle/>
          <a:p>
            <a:r>
              <a:rPr dirty="0" err="1"/>
              <a:t>产品销售结构与占比分析</a:t>
            </a:r>
            <a:endParaRPr dirty="0"/>
          </a:p>
        </p:txBody>
      </p:sp>
      <p:sp>
        <p:nvSpPr>
          <p:cNvPr id="4" name="CHART:product_pie"/>
          <p:cNvSpPr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CHART:product_pie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0" y="1371600"/>
            <a:ext cx="5943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{{INSIGHT:product}}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50196"/>
            <a:ext cx="8229600" cy="1143000"/>
          </a:xfrm>
        </p:spPr>
        <p:txBody>
          <a:bodyPr/>
          <a:lstStyle/>
          <a:p>
            <a:r>
              <a:rPr dirty="0" err="1"/>
              <a:t>福建各城市销售业绩排名</a:t>
            </a:r>
            <a:endParaRPr dirty="0"/>
          </a:p>
        </p:txBody>
      </p:sp>
      <p:sp>
        <p:nvSpPr>
          <p:cNvPr id="4" name="CHART:city_ranking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CHART:city_ranking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657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{{INSIGHT:city}}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96234"/>
            <a:ext cx="8229600" cy="1143000"/>
          </a:xfrm>
        </p:spPr>
        <p:txBody>
          <a:bodyPr/>
          <a:lstStyle/>
          <a:p>
            <a:r>
              <a:rPr dirty="0" err="1"/>
              <a:t>新老客销售贡献对比分析</a:t>
            </a:r>
            <a:endParaRPr dirty="0"/>
          </a:p>
        </p:txBody>
      </p:sp>
      <p:sp>
        <p:nvSpPr>
          <p:cNvPr id="4" name="CHART:customer_compari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CHART:customer_comparison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657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INSIGHT:customer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57200" y="5212080"/>
            <a:ext cx="11277295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INSIGHT:trend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96234"/>
            <a:ext cx="8229600" cy="1143000"/>
          </a:xfrm>
        </p:spPr>
        <p:txBody>
          <a:bodyPr/>
          <a:lstStyle/>
          <a:p>
            <a:r>
              <a:rPr dirty="0"/>
              <a:t>2022 </a:t>
            </a:r>
            <a:r>
              <a:rPr dirty="0" err="1"/>
              <a:t>年上半年销售趋势分析</a:t>
            </a:r>
            <a:endParaRPr dirty="0"/>
          </a:p>
        </p:txBody>
      </p:sp>
      <p:sp>
        <p:nvSpPr>
          <p:cNvPr id="4" name="CHART:monthly_trend"/>
          <p:cNvSpPr/>
          <p:nvPr/>
        </p:nvSpPr>
        <p:spPr>
          <a:xfrm>
            <a:off x="457200" y="1371600"/>
            <a:ext cx="7973683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CHART:monthly_trend</a:t>
            </a:r>
            <a:r>
              <a:rPr dirty="0"/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74638"/>
            <a:ext cx="8229600" cy="1143000"/>
          </a:xfrm>
        </p:spPr>
        <p:txBody>
          <a:bodyPr/>
          <a:lstStyle/>
          <a:p>
            <a:r>
              <a:rPr dirty="0" err="1"/>
              <a:t>销售员</a:t>
            </a:r>
            <a:r>
              <a:rPr dirty="0"/>
              <a:t> - </a:t>
            </a:r>
            <a:r>
              <a:rPr dirty="0" err="1"/>
              <a:t>产品销售能力矩阵分析</a:t>
            </a:r>
            <a:endParaRPr dirty="0"/>
          </a:p>
        </p:txBody>
      </p:sp>
      <p:sp>
        <p:nvSpPr>
          <p:cNvPr id="4" name="CHART:heatmap"/>
          <p:cNvSpPr/>
          <p:nvPr/>
        </p:nvSpPr>
        <p:spPr>
          <a:xfrm>
            <a:off x="457201" y="1371600"/>
            <a:ext cx="7197306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CHART:heatmap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212080"/>
            <a:ext cx="11277295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{{INSIGHT:heatmap}}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32148"/>
            <a:ext cx="8229600" cy="1143000"/>
          </a:xfrm>
        </p:spPr>
        <p:txBody>
          <a:bodyPr/>
          <a:lstStyle/>
          <a:p>
            <a:r>
              <a:rPr dirty="0" err="1"/>
              <a:t>异常订单专项排查与分析</a:t>
            </a:r>
            <a:endParaRPr dirty="0"/>
          </a:p>
        </p:txBody>
      </p:sp>
      <p:sp>
        <p:nvSpPr>
          <p:cNvPr id="4" name="TABLE:abnormal_orders"/>
          <p:cNvSpPr txBox="1"/>
          <p:nvPr/>
        </p:nvSpPr>
        <p:spPr>
          <a:xfrm>
            <a:off x="457200" y="1371600"/>
            <a:ext cx="112772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[</a:t>
            </a:r>
            <a:r>
              <a:rPr dirty="0" err="1"/>
              <a:t>TABLE:abnormal_orders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INSIGHT:abnormal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INSIGHT:conclusion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19240"/>
            <a:ext cx="8229600" cy="1143000"/>
          </a:xfrm>
        </p:spPr>
        <p:txBody>
          <a:bodyPr/>
          <a:lstStyle/>
          <a:p>
            <a:r>
              <a:rPr dirty="0" err="1"/>
              <a:t>全量分析核心洞察结论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INSIGHT:strategy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84733"/>
            <a:ext cx="8229600" cy="1143000"/>
          </a:xfrm>
        </p:spPr>
        <p:txBody>
          <a:bodyPr/>
          <a:lstStyle/>
          <a:p>
            <a:r>
              <a:rPr dirty="0" err="1"/>
              <a:t>可落地销售优化策略建议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647" y="1973053"/>
            <a:ext cx="7772400" cy="1470025"/>
          </a:xfrm>
        </p:spPr>
        <p:txBody>
          <a:bodyPr/>
          <a:lstStyle/>
          <a:p>
            <a:r>
              <a:rPr dirty="0" err="1"/>
              <a:t>感谢观看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TEXT:report_date</a:t>
            </a:r>
            <a:r>
              <a:rPr dirty="0"/>
              <a:t>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6EDA7A49-F1AA-5E02-8E84-186665F143DC}"/>
              </a:ext>
            </a:extLst>
          </p:cNvPr>
          <p:cNvSpPr txBox="1"/>
          <p:nvPr/>
        </p:nvSpPr>
        <p:spPr>
          <a:xfrm>
            <a:off x="2068436" y="3058510"/>
            <a:ext cx="2989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E425793-6A16-ECF1-4B70-F2855E9017EA}"/>
              </a:ext>
            </a:extLst>
          </p:cNvPr>
          <p:cNvSpPr/>
          <p:nvPr/>
        </p:nvSpPr>
        <p:spPr>
          <a:xfrm>
            <a:off x="5240458" y="1513490"/>
            <a:ext cx="6180083" cy="418101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[</a:t>
            </a:r>
            <a:r>
              <a:rPr lang="en-US" altLang="zh-CN" dirty="0" err="1"/>
              <a:t>CHART:customer_city</a:t>
            </a:r>
            <a:r>
              <a:rPr lang="en-US" altLang="zh-CN" dirty="0"/>
              <a:t>]</a:t>
            </a:r>
            <a:endParaRPr lang="zh-CN" altLang="en-US" dirty="0"/>
          </a:p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82839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176</Words>
  <Application>Microsoft Office PowerPoint</Application>
  <PresentationFormat>宽屏</PresentationFormat>
  <Paragraphs>42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演示文稿</vt:lpstr>
      <vt:lpstr>报告目录</vt:lpstr>
      <vt:lpstr>核心经营指标总览</vt:lpstr>
      <vt:lpstr>销售员业绩表现分析</vt:lpstr>
      <vt:lpstr>产品销售结构与占比分析</vt:lpstr>
      <vt:lpstr>福建各城市销售业绩排名</vt:lpstr>
      <vt:lpstr>新老客销售贡献对比分析</vt:lpstr>
      <vt:lpstr>2022 年上半年销售趋势分析</vt:lpstr>
      <vt:lpstr>销售员 - 产品销售能力矩阵分析</vt:lpstr>
      <vt:lpstr>异常订单专项排查与分析</vt:lpstr>
      <vt:lpstr>全量分析核心洞察结论</vt:lpstr>
      <vt:lpstr>可落地销售优化策略建议</vt:lpstr>
      <vt:lpstr>感谢观看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嘉豪 李</cp:lastModifiedBy>
  <cp:revision>13</cp:revision>
  <dcterms:created xsi:type="dcterms:W3CDTF">2013-01-27T09:14:16Z</dcterms:created>
  <dcterms:modified xsi:type="dcterms:W3CDTF">2026-04-07T16:36:08Z</dcterms:modified>
  <cp:category/>
</cp:coreProperties>
</file>