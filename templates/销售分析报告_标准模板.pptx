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kpi_table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731520" y="4827137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IMAGE:logo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C40A54D-8125-C383-7C33-7F397AB9428C}"/>
              </a:ext>
            </a:extLst>
          </p:cNvPr>
          <p:cNvSpPr txBox="1"/>
          <p:nvPr/>
        </p:nvSpPr>
        <p:spPr>
          <a:xfrm>
            <a:off x="4364528" y="4866269"/>
            <a:ext cx="23072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VIDEO:video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652F55-A117-8A70-3DB3-20DAE0D1E3D4}"/>
              </a:ext>
            </a:extLst>
          </p:cNvPr>
          <p:cNvSpPr txBox="1"/>
          <p:nvPr/>
        </p:nvSpPr>
        <p:spPr>
          <a:xfrm>
            <a:off x="3048000" y="3134464"/>
            <a:ext cx="6096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lang="en-US" altLang="zh-CN" dirty="0"/>
              <a:t>[</a:t>
            </a:r>
            <a:r>
              <a:rPr lang="en-US" altLang="zh-CN" dirty="0" err="1"/>
              <a:t>LINK:url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26237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INSIGHT:customer_city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212</Words>
  <Application>Microsoft Office PowerPoint</Application>
  <PresentationFormat>宽屏</PresentationFormat>
  <Paragraphs>46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30</cp:revision>
  <dcterms:created xsi:type="dcterms:W3CDTF">2013-01-27T09:14:16Z</dcterms:created>
  <dcterms:modified xsi:type="dcterms:W3CDTF">2026-04-09T19:45:26Z</dcterms:modified>
  <cp:category/>
</cp:coreProperties>
</file>