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2" d="100"/>
          <a:sy n="72" d="100"/>
        </p:scale>
        <p:origin x="88" y="3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TEXT:report_date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KPI:cards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37671"/>
            <a:ext cx="8608012" cy="38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1400"/>
            </a:pPr>
            <a:r>
              <a:rPr dirty="0"/>
              <a:t>{{</a:t>
            </a:r>
            <a:r>
              <a:rPr dirty="0" err="1"/>
              <a:t>INSIGHT:kpi_summary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销售员业绩表现分析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CHART:sales_by_person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90714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altLang="zh-CN" dirty="0" err="1"/>
              <a:t>sales_by_person</a:t>
            </a:r>
            <a:r>
              <a:rPr lang="en-US" altLang="zh-CN" dirty="0"/>
              <a:t> 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dirty="0" err="1"/>
              <a:t>产品销售结构与占比分析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CHART:product_pie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243727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product_pie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dirty="0" err="1"/>
              <a:t>福建各城市销售业绩排名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CHART:city_ranking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4362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city_ranking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dirty="0" err="1"/>
              <a:t>新老客销售贡献对比分析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CHART:customer_comparison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3928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customer_comparison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270356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monthly_trend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dirty="0"/>
              <a:t>2022 </a:t>
            </a:r>
            <a:r>
              <a:rPr dirty="0" err="1"/>
              <a:t>年上半年销售趋势分析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CHART:monthly_trend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dirty="0" err="1"/>
              <a:t>销售员</a:t>
            </a:r>
            <a:r>
              <a:rPr dirty="0"/>
              <a:t> - </a:t>
            </a:r>
            <a:r>
              <a:rPr dirty="0" err="1"/>
              <a:t>产品销售能力矩阵分析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CHART:heatmap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INSIGHT:heatmap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32148"/>
            <a:ext cx="8229600" cy="1143000"/>
          </a:xfrm>
        </p:spPr>
        <p:txBody>
          <a:bodyPr/>
          <a:lstStyle/>
          <a:p>
            <a:r>
              <a:rPr dirty="0" err="1"/>
              <a:t>异常订单专项排查与分析</a:t>
            </a:r>
            <a:endParaRPr dirty="0"/>
          </a:p>
        </p:txBody>
      </p:sp>
      <p:sp>
        <p:nvSpPr>
          <p:cNvPr id="4" name="TABLE:abnormal_orders"/>
          <p:cNvSpPr txBox="1"/>
          <p:nvPr/>
        </p:nvSpPr>
        <p:spPr>
          <a:xfrm>
            <a:off x="457200" y="1371600"/>
            <a:ext cx="11277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[</a:t>
            </a:r>
            <a:r>
              <a:rPr dirty="0" err="1"/>
              <a:t>TABLE:abnormal_orders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INSIGHT:abnormal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TEXT:report_date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EDA7A49-F1AA-5E02-8E84-186665F143DC}"/>
              </a:ext>
            </a:extLst>
          </p:cNvPr>
          <p:cNvSpPr txBox="1"/>
          <p:nvPr/>
        </p:nvSpPr>
        <p:spPr>
          <a:xfrm>
            <a:off x="2068436" y="3058510"/>
            <a:ext cx="2989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425793-6A16-ECF1-4B70-F2855E9017EA}"/>
              </a:ext>
            </a:extLst>
          </p:cNvPr>
          <p:cNvSpPr/>
          <p:nvPr/>
        </p:nvSpPr>
        <p:spPr>
          <a:xfrm>
            <a:off x="5240458" y="1513490"/>
            <a:ext cx="6180083" cy="41810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CHART:customer_city</a:t>
            </a:r>
            <a:r>
              <a:rPr lang="en-US" altLang="zh-CN" dirty="0"/>
              <a:t>]</a:t>
            </a:r>
            <a:endParaRPr lang="zh-CN" altLang="en-US" dirty="0"/>
          </a:p>
          <a:p>
            <a:pPr algn="ctr"/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A9A806-473D-37B7-BE4F-455A7EF285BA}"/>
              </a:ext>
            </a:extLst>
          </p:cNvPr>
          <p:cNvSpPr txBox="1"/>
          <p:nvPr/>
        </p:nvSpPr>
        <p:spPr>
          <a:xfrm>
            <a:off x="1705855" y="36729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12609E2-21A8-EA49-5410-6F3BD7BCE3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494781"/>
              </p:ext>
            </p:extLst>
          </p:nvPr>
        </p:nvGraphicFramePr>
        <p:xfrm>
          <a:off x="389964" y="1681819"/>
          <a:ext cx="2631782" cy="365760"/>
        </p:xfrm>
        <a:graphic>
          <a:graphicData uri="http://schemas.openxmlformats.org/drawingml/2006/table">
            <a:tbl>
              <a:tblPr/>
              <a:tblGrid>
                <a:gridCol w="2631782">
                  <a:extLst>
                    <a:ext uri="{9D8B030D-6E8A-4147-A177-3AD203B41FA5}">
                      <a16:colId xmlns:a16="http://schemas.microsoft.com/office/drawing/2014/main" val="35956573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{{</a:t>
                      </a:r>
                      <a:r>
                        <a:rPr lang="en-US" dirty="0" err="1"/>
                        <a:t>INSIGHT:customer_city</a:t>
                      </a:r>
                      <a:r>
                        <a:rPr lang="en-US" dirty="0"/>
                        <a:t>}}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1181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283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193</Words>
  <Application>Microsoft Office PowerPoint</Application>
  <PresentationFormat>宽屏</PresentationFormat>
  <Paragraphs>43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销售员业绩表现分析</vt:lpstr>
      <vt:lpstr>产品销售结构与占比分析</vt:lpstr>
      <vt:lpstr>福建各城市销售业绩排名</vt:lpstr>
      <vt:lpstr>新老客销售贡献对比分析</vt:lpstr>
      <vt:lpstr>2022 年上半年销售趋势分析</vt:lpstr>
      <vt:lpstr>销售员 - 产品销售能力矩阵分析</vt:lpstr>
      <vt:lpstr>异常订单专项排查与分析</vt:lpstr>
      <vt:lpstr>全量分析核心洞察结论</vt:lpstr>
      <vt:lpstr>可落地销售优化策略建议</vt:lpstr>
      <vt:lpstr>感谢观看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16</cp:revision>
  <dcterms:created xsi:type="dcterms:W3CDTF">2013-01-27T09:14:16Z</dcterms:created>
  <dcterms:modified xsi:type="dcterms:W3CDTF">2026-04-07T20:07:31Z</dcterms:modified>
  <cp:category/>
</cp:coreProperties>
</file>