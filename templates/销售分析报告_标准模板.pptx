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6" y="4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D966EE4-B140-07A6-6C07-1ABFEE3F4EFB}"/>
              </a:ext>
            </a:extLst>
          </p:cNvPr>
          <p:cNvSpPr txBox="1"/>
          <p:nvPr/>
        </p:nvSpPr>
        <p:spPr>
          <a:xfrm>
            <a:off x="8016240" y="5247995"/>
            <a:ext cx="2194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LINK:url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31</cp:revision>
  <dcterms:created xsi:type="dcterms:W3CDTF">2013-01-27T09:14:16Z</dcterms:created>
  <dcterms:modified xsi:type="dcterms:W3CDTF">2026-04-10T12:36:06Z</dcterms:modified>
  <cp:category/>
</cp:coreProperties>
</file>