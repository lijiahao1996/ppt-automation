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kpi_table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731520" y="4827137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IMAGE:logo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7408333" y="4919134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279400" y="1261632"/>
            <a:ext cx="7459133" cy="5300134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207</Words>
  <Application>Microsoft Office PowerPoint</Application>
  <PresentationFormat>宽屏</PresentationFormat>
  <Paragraphs>45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34</cp:revision>
  <dcterms:created xsi:type="dcterms:W3CDTF">2013-01-27T09:14:16Z</dcterms:created>
  <dcterms:modified xsi:type="dcterms:W3CDTF">2026-04-11T11:52:12Z</dcterms:modified>
  <cp:category/>
</cp:coreProperties>
</file>