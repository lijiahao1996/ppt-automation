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3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kpi_table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731520" y="4827137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IMAGE:logo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810B29E-29B3-4E4A-6538-4D9C134F3D74}"/>
              </a:ext>
            </a:extLst>
          </p:cNvPr>
          <p:cNvSpPr txBox="1"/>
          <p:nvPr/>
        </p:nvSpPr>
        <p:spPr>
          <a:xfrm>
            <a:off x="7408333" y="4919134"/>
            <a:ext cx="1544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LINK:website</a:t>
            </a:r>
            <a:r>
              <a:rPr lang="en-US" altLang="zh-CN" dirty="0"/>
              <a:t>]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销售员业绩表现分析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CHART:sales_by_person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9071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altLang="zh-CN" dirty="0" err="1"/>
              <a:t>sales_by_person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dirty="0" err="1"/>
              <a:t>产品销售结构与占比分析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CHART:product_pie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243727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product_pie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dirty="0" err="1"/>
              <a:t>福建各城市销售业绩排名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CHART:city_ranking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4362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city_ranking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dirty="0" err="1"/>
              <a:t>新老客销售贡献对比分析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CHART:customer_comparison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3928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customer_comparison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monthly_trend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dirty="0"/>
              <a:t>2022 </a:t>
            </a:r>
            <a:r>
              <a:rPr dirty="0" err="1"/>
              <a:t>年上半年销售趋势分析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CHART:monthly_trend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dirty="0" err="1"/>
              <a:t>销售员</a:t>
            </a:r>
            <a:r>
              <a:rPr dirty="0"/>
              <a:t> - </a:t>
            </a:r>
            <a:r>
              <a:rPr dirty="0" err="1"/>
              <a:t>产品销售能力矩阵分析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CHART:heatmap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INSIGHT:heatmap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EDA7A49-F1AA-5E02-8E84-186665F143DC}"/>
              </a:ext>
            </a:extLst>
          </p:cNvPr>
          <p:cNvSpPr txBox="1"/>
          <p:nvPr/>
        </p:nvSpPr>
        <p:spPr>
          <a:xfrm>
            <a:off x="2068436" y="3058510"/>
            <a:ext cx="2989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CHART:customer_city</a:t>
            </a:r>
            <a:r>
              <a:rPr lang="en-US" altLang="zh-CN" dirty="0"/>
              <a:t>]</a:t>
            </a:r>
            <a:endParaRPr lang="zh-CN" altLang="en-US" dirty="0"/>
          </a:p>
          <a:p>
            <a:pPr algn="ctr"/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8BA3899-CA74-E6FD-4376-3E353B599B76}"/>
              </a:ext>
            </a:extLst>
          </p:cNvPr>
          <p:cNvSpPr txBox="1"/>
          <p:nvPr/>
        </p:nvSpPr>
        <p:spPr>
          <a:xfrm>
            <a:off x="1039017" y="1849030"/>
            <a:ext cx="26237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INSIGHT:customer_city</a:t>
            </a:r>
            <a:r>
              <a:rPr lang="en-US" altLang="zh-CN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F56E4-8158-2D57-07EC-3B9E815EB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719BC4-BCF6-5626-55E1-A585248D91C0}"/>
              </a:ext>
            </a:extLst>
          </p:cNvPr>
          <p:cNvSpPr/>
          <p:nvPr/>
        </p:nvSpPr>
        <p:spPr>
          <a:xfrm>
            <a:off x="457200" y="1202267"/>
            <a:ext cx="6620934" cy="4292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CHART:age_scatter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9D3181-4D8D-3F3B-C120-06CD2958191F}"/>
              </a:ext>
            </a:extLst>
          </p:cNvPr>
          <p:cNvSpPr txBox="1"/>
          <p:nvPr/>
        </p:nvSpPr>
        <p:spPr>
          <a:xfrm>
            <a:off x="7780866" y="1386933"/>
            <a:ext cx="320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INSIGHT:age_scatter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6330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411</TotalTime>
  <Words>207</Words>
  <Application>Microsoft Office PowerPoint</Application>
  <PresentationFormat>宽屏</PresentationFormat>
  <Paragraphs>45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销售员业绩表现分析</vt:lpstr>
      <vt:lpstr>产品销售结构与占比分析</vt:lpstr>
      <vt:lpstr>福建各城市销售业绩排名</vt:lpstr>
      <vt:lpstr>新老客销售贡献对比分析</vt:lpstr>
      <vt:lpstr>2022 年上半年销售趋势分析</vt:lpstr>
      <vt:lpstr>销售员 - 产品销售能力矩阵分析</vt:lpstr>
      <vt:lpstr>异常订单专项排查与分析</vt:lpstr>
      <vt:lpstr>全量分析核心洞察结论</vt:lpstr>
      <vt:lpstr>可落地销售优化策略建议</vt:lpstr>
      <vt:lpstr>感谢观看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33</cp:revision>
  <dcterms:created xsi:type="dcterms:W3CDTF">2013-01-27T09:14:16Z</dcterms:created>
  <dcterms:modified xsi:type="dcterms:W3CDTF">2026-04-10T14:58:22Z</dcterms:modified>
  <cp:category/>
</cp:coreProperties>
</file>